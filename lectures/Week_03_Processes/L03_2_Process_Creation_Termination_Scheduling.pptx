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L3.2 Process Creation, Termination and Scheduling</dc:title>
  <dc:subject>CS4023 Operating Systems
University of Limerick, CSIS 2026-27
Andrew Le Gear
</dc:subject>
  <dc:creator/>
  <cp:lastModifiedBy/>
  <cp:revision>1</cp:revision>
  <dcterms:created xsi:type="dcterms:W3CDTF">2026-09-14T16:11:06Z</dcterms:created>
  <dcterms:modified xsi:type="dcterms:W3CDTF">2026-09-14T16:11:06Z</dcterms:modified>
</cp:coreProperties>
</file>